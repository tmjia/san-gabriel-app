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5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🏫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Académico San Gabriel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Académica Web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3657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200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Cifuentes Vera, Daniela
</a:t>
            </a:r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Herrera Vanegas, Laura Daniela
</a:t>
            </a:r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Romero Castillo, Andrés Felipe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Universitaria Iberoamericana · Desarrollo de Aplicaciones Web II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académica en instituciones educativas es un proceso crítico que, cuando falla, genera errores, reprocesos y pérdida de confianza institucional.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Institución Educativa San Gabriel presentaba un problema concreto: 600 estudiantes gestionados con Excel, correos y WhatsApp, sin ningún sistema centralizado.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aplicación web resuelve ese problema integrando frontend con React y backend con Node.js + Express, usando las tecnologías del curso de manera funcional y coherente.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41330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React 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41148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41330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Node.js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41148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41330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PostgreSQL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12070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en Excel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envían planillas por correo. Consolidación manual de 48-72 h por periodo.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234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0" y="12070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Institucional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600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sin trazabilidad ni confirmación de lectura. Sin segmentación por grado.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063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1560" y="3035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en cuadernos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cruce con rendimiento académico. Sin alertas automáticas a acudientes.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063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3035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reportes históricos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generar reportes de rendimiento por materia, grupo o periodo.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 multicapa que permita a la Institución Educativa San Gabriel integrar y automatizar los procesos académicos de registro de calificaciones, control de asistencia, comunicación con acudientes y generación de informes.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321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Diseñar el modelo de datos relacional con entidades, atributos y relaciones normalizadas hasta 3FN.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Construir los módulos de autenticación por roles, gestión de notas, control de asistencia y generación de boletines.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Implementar una API REST documentada con Swagger que exponga los servicios del backend de manera versionada.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Validar el sistema mediante pruebas funcionales con usuarios reales antes de la puesta en producción.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8686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320040" cy="11704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12471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472184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dependencia del conocimiento individual. Reduce consolidación de notas de 72h a menos de 10 min. Garantiza continuidad operativa con control de acceso por roles.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350008"/>
            <a:ext cx="8686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350008"/>
            <a:ext cx="320040" cy="1170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328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423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77063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desacoplada (React + Node.js + PostgreSQL) facilita el mantenimiento. API REST versionada permite integración futura con apps móviles u otros sistemas.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648456"/>
            <a:ext cx="8686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648456"/>
            <a:ext cx="320040" cy="1170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313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72160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la Ley 1581 de 2012 de Protección de Datos. Mecanismos de cifrado, consentimiento y retención diseñados desde el inicio del proyecto.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Funcionalidad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3 Capas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931920" cy="8686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56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Axios · React Router v6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3931920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5420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9352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JWT · Swagger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4107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75304"/>
            <a:ext cx="3931920" cy="8686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6210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0142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Sequelize 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la Aplicación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201168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47218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Autenticación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1819656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JWT y control por rol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201168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147218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39712" y="1819656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revisión y aprobación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624328"/>
            <a:ext cx="201168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67919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Asistencia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45152" y="302666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diario con alertas automáticas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2624328"/>
            <a:ext cx="201168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267919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Portal Acudiente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39712" y="3026664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en tiempo real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831336"/>
            <a:ext cx="201168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88620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Comunicados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45152" y="423367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segmentados por grupo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3831336"/>
            <a:ext cx="201168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388620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Reportes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39712" y="423367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boletines en PDF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Características: Tecnologías Backend y Frontend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87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563624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856232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REST multicapa con middleware de autenticación JWT y manejo global de errores.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395728"/>
            <a:ext cx="4206240" cy="80467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450592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3.0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74320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interactiva del API accesible en /api-docs con prueba de endpoints en vivo.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28269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333756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363016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stateless con tokens firmados y contraseñas cifradas con cost factor 12.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4169664"/>
            <a:ext cx="4206240" cy="80467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422452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Sequelize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4517136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con migraciones versionadas, relaciones y validaciones en el modelo de datos.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960120"/>
            <a:ext cx="4206240" cy="438912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987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Frontend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5087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563624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+ Hooks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0328" y="1856232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funcionales con useState, useEffect, useReducer y useContext.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395728"/>
            <a:ext cx="4206240" cy="80467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450592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0328" y="274320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 de la sesión compartido sin prop drilling mediante AuthContext.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28269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33756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363016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centralizada con interceptores para JWT y manejo automático del error 401.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4169664"/>
            <a:ext cx="4206240" cy="80467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422452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4517136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con rutas protegidas por autenticación y por rol de usuario.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la Aplicación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Académico — I.E. San Gabriel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2697480" cy="1508760"/>
          </a:xfrm>
          <a:prstGeom prst="rect">
            <a:avLst/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4592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correo y contraseña · Redirección automática según rol (Docente / Coordinador / Acudiente)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97480" cy="1508760"/>
          </a:xfrm>
          <a:prstGeom prst="rect">
            <a:avLst/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4592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8620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Notas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17627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calificaciones · Validación 1.0–5.0 · Flujo de aprobación Docente → Coordinador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97480" cy="1508760"/>
          </a:xfrm>
          <a:prstGeom prst="rect">
            <a:avLst/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Asistencia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17627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diario por estudiante · Estados: Presente / Ausente / Tarde · Notificación automática al acudiente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2697480" cy="1508760"/>
          </a:xfrm>
          <a:prstGeom prst="rect">
            <a:avLst/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8328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4015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Acudiente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91363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notas y promedio · Historial de asistencia · Comunicados institucionales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91840"/>
            <a:ext cx="2697480" cy="1508760"/>
          </a:xfrm>
          <a:prstGeom prst="rect">
            <a:avLst/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383280"/>
            <a:ext cx="502920" cy="5029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6200" y="34015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91363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del proyecto · Repositorio GitHub · URL de la aplicación desplegada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60704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resuelve un problema real y medible: reducción del tiempo de consolidación de notas de 72 horas a menos de 10 minutos, con integridad garantizada por el sistema.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801368"/>
            <a:ext cx="8686800" cy="685800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56232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 tres capas desacopladas (React + Express + PostgreSQL) valida la separación de responsabilidades aprendida en el curso y facilita el mantenimiento a largo plazo.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596896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88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manejo de autenticación con JWT, rutas protegidas por rol y cifrado de contraseñas con bcrypt garantiza que los datos de los menores de edad estén protegidos desde el diseño.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392424"/>
            <a:ext cx="8686800" cy="685800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447288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reportes y boletines automatizados demuestra que la tecnología puede liberar tiempo del personal administrativo para tareas de mayor valor pedagógico.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4187952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242816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fue desplegado en infraestructura real (Vercel + Railway + Supabase) y el código fuente está disponible en el repositorio público de GitHub.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Martínez Martínez, A. (2021). Planificación del proyecto. En Proyecto feedback backend y frontend web (pp. 17-33) [Trabajo de grado, Universitat Jaume I].</a:t>
            </a:r>
            <a:endParaRPr lang="en-US" sz="1100" dirty="0"/>
          </a:p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Martínez Martínez, A. (2021). Análisis y diseño del sistema. En Proyecto feedback backend y frontend web (pp. 35-43) [Trabajo de grado, Universitat Jaume I].</a:t>
            </a:r>
            <a:endParaRPr lang="en-US" sz="1100" dirty="0"/>
          </a:p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Martínez Martínez, A. (2021). Implementación y pruebas. En Proyecto feedback backend y frontend web (pp. 47-62) [Trabajo de grado, Universitat Jaume I].</a:t>
            </a:r>
            <a:endParaRPr lang="en-US" sz="1100" dirty="0"/>
          </a:p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Regla, P. D. (2014). Tecnologías y creación del sitio. En Diseño, contenidos y desarrollo del front-end (pp. 34-53) [Trabajo de grado, Universidad Pública de Navarra].</a:t>
            </a:r>
            <a:endParaRPr lang="en-US" sz="1100" dirty="0"/>
          </a:p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Valdivia Caballero, J. J. (2021). Modelo de procesos para el desarrollo del front-end de aplicaciones web [Tesis de maestría, UNMSM].</a:t>
            </a:r>
            <a:endParaRPr lang="en-US" sz="1100" dirty="0"/>
          </a:p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Source. (2024). React documentation – Hooks API Reference. https://react.dev/reference/react</a:t>
            </a:r>
            <a:endParaRPr lang="en-US" sz="1100" dirty="0"/>
          </a:p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SmartBear Software. (2024). OpenAPI Specification 3.0. https://swagger.io/specification/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4617720"/>
            <a:ext cx="868680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C5D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Repositorio: https://github.com/Tmjia/san-gabriel-app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Gabriel App - Presentación Final</dc:title>
  <dc:subject>PptxGenJS Presentation</dc:subject>
  <dc:creator>PptxGenJS</dc:creator>
  <cp:lastModifiedBy>PptxGenJS</cp:lastModifiedBy>
  <cp:revision>1</cp:revision>
  <dcterms:created xsi:type="dcterms:W3CDTF">2026-06-03T21:31:35Z</dcterms:created>
  <dcterms:modified xsi:type="dcterms:W3CDTF">2026-06-03T21:31:35Z</dcterms:modified>
</cp:coreProperties>
</file>